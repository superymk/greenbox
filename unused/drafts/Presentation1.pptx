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>
        <p:scale>
          <a:sx n="125" d="100"/>
          <a:sy n="125" d="100"/>
        </p:scale>
        <p:origin x="168" y="7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88A91-305B-443D-1A6C-27E668612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2F93EB-BE5F-132F-975E-235794169C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BFA45-1667-5B36-8174-532702230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A1B4-DB48-4CF5-8FD4-05B03833AC4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70A1D-DB6A-455B-C909-3E082CED1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52895-3681-A66F-8601-B1BB90D1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71FF7-6333-46E5-A1F2-BA34778F0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078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C8F9A-318F-2DAA-78D4-E3247E742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06968-334D-4DDA-E607-AAAE7276F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DC00E-C82D-A057-E11C-6550BF5DE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A1B4-DB48-4CF5-8FD4-05B03833AC4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C0584-04E4-D4AF-4AA5-BA44A44BF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CEAC4-6BE1-4292-9D11-C378B6896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71FF7-6333-46E5-A1F2-BA34778F0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40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81E8-DF16-2862-48BE-BBC1A64AB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45146E-2A0F-693D-5373-172FFB966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F3177-A0F6-1EA1-21E4-137920944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A1B4-DB48-4CF5-8FD4-05B03833AC4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D1AB7-2F78-FE36-C72D-D29665DEB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A50CD-06FA-1F74-E511-81D9C80E1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71FF7-6333-46E5-A1F2-BA34778F0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087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AF872-EC14-23FB-73FE-19FB9E95D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45C7B-E2D8-B5B6-F135-205B516EAE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68BA8A-290C-C5E7-B642-051546FE02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B2C97D-E125-6D4D-7FF1-0A5FC3453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A1B4-DB48-4CF5-8FD4-05B03833AC4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2B600A-2579-C94B-BABD-DB39CC1A8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5DB427-1FCD-0676-21EB-95B40614E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71FF7-6333-46E5-A1F2-BA34778F0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511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C858E-7090-B96D-0DA4-9B0815814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5C68F4-EB79-E3A8-F36B-ACCDC3284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6C6FA1-2AF3-3E9A-5113-CD9CE05DC8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86CBE5-F8BC-A33C-76FB-F7D2CA7844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704CCE-CA2D-5BA0-B57F-A8C09B6F66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4F5D26-B184-E12C-ED21-16132F0E2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A1B4-DB48-4CF5-8FD4-05B03833AC4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E6D48C-A027-101D-D902-4B4C3161A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C518DB-358B-9255-F48E-BD65A6F03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71FF7-6333-46E5-A1F2-BA34778F0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023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8C7F8-F35D-745D-36CF-64F3F6F4E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24C40B-A2DB-E5E2-9B74-50E0495E3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A1B4-DB48-4CF5-8FD4-05B03833AC4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BAD543-FF1E-48EA-3963-C331285B7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527BA2-A698-4095-BD43-CBFC2048E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71FF7-6333-46E5-A1F2-BA34778F0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81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BCA6BC-3A55-CB65-4CB2-EF5AB0468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A1B4-DB48-4CF5-8FD4-05B03833AC4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8CE5DD-4225-6E55-E34E-7AD967156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6251C-296D-EF5F-2A69-EF288C668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71FF7-6333-46E5-A1F2-BA34778F0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746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5B28A-8562-DE67-FCCB-BD0439D87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70964-8724-6EA2-6143-259A2455C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C4A396-792C-7973-84B2-9B5B928A0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32D963-56B5-24A6-6F5C-06A54E7F5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A1B4-DB48-4CF5-8FD4-05B03833AC4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D7D6D-CE02-DC20-0BD8-990AD899C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B0EABC-9D04-8229-3A09-F2270FA59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71FF7-6333-46E5-A1F2-BA34778F0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543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6354A-795D-46EC-C4A9-DD6BA57EA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52DEA3-3943-ABC6-ECB0-FCEE948396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084635-CE46-1A8A-723E-E72EEFCB0D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049F9E-9087-F6F6-81B0-F33FDC6F1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A1B4-DB48-4CF5-8FD4-05B03833AC4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E1AC0D-0659-E098-7243-D9E7B0C1E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1EFB4A-0691-BDF7-DB04-FB254878E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71FF7-6333-46E5-A1F2-BA34778F0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511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8731C-62A3-8BBA-56CE-5F35DF256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64BDC8-7088-5151-A18B-ABBCB04D05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9C34D-9A60-E72C-E06A-B2D4073FD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A1B4-DB48-4CF5-8FD4-05B03833AC4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CED24-527A-4D1B-FBAD-3D31BD657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B0476-E248-977F-23BF-5C24A5D30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71FF7-6333-46E5-A1F2-BA34778F0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32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114324-E266-2EE7-9462-FA99A8DA90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A67667-2AA1-60C0-AAAE-874A43EC60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01675-D6FD-2906-0932-8935B9EBB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A1B4-DB48-4CF5-8FD4-05B03833AC4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63AF7-46CC-F45D-3AA7-B3A6ECF32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0914D-0A7B-B272-9C44-95CB8BC03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71FF7-6333-46E5-A1F2-BA34778F0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487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F3E661-EFD1-8AE9-631B-2074EAC8E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C8CB5C-C980-D6E6-B109-1C418FC84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70160-253D-F78A-FDF3-8832EC34BE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A0A1B4-DB48-4CF5-8FD4-05B03833AC4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F97D8-291D-DF6E-8D4F-ACB7A4C62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46A1B-62DF-9954-CEB9-926C2DA804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971FF7-6333-46E5-A1F2-BA34778F0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01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41;p17">
            <a:extLst>
              <a:ext uri="{FF2B5EF4-FFF2-40B4-BE49-F238E27FC236}">
                <a16:creationId xmlns:a16="http://schemas.microsoft.com/office/drawing/2014/main" id="{32EB0E3B-FFB7-F177-526B-97BF67087801}"/>
              </a:ext>
            </a:extLst>
          </p:cNvPr>
          <p:cNvSpPr/>
          <p:nvPr/>
        </p:nvSpPr>
        <p:spPr>
          <a:xfrm>
            <a:off x="3697702" y="604532"/>
            <a:ext cx="2269200" cy="3261000"/>
          </a:xfrm>
          <a:prstGeom prst="arc">
            <a:avLst>
              <a:gd name="adj1" fmla="val 7955923"/>
              <a:gd name="adj2" fmla="val 13775115"/>
            </a:avLst>
          </a:prstGeom>
          <a:noFill/>
          <a:ln w="25400" cap="flat" cmpd="sng">
            <a:solidFill>
              <a:srgbClr val="00B05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F8E0DA1-FABE-A7B3-933E-C995CBE8F1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9573" y="1646366"/>
            <a:ext cx="588666" cy="588666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B99755F3-0EF7-EC9C-F10C-4C0886C029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95306" y="2285511"/>
            <a:ext cx="457200" cy="4572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8808BC5-A554-3384-6DE1-408D4EAD33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80607" y="2228027"/>
            <a:ext cx="613513" cy="613513"/>
          </a:xfrm>
          <a:prstGeom prst="rect">
            <a:avLst/>
          </a:prstGeom>
        </p:spPr>
      </p:pic>
      <p:pic>
        <p:nvPicPr>
          <p:cNvPr id="18" name="Google Shape;147;p17" descr="Contact Barber - Hacker Icon Png Clipart (1024x1024), Png Download">
            <a:extLst>
              <a:ext uri="{FF2B5EF4-FFF2-40B4-BE49-F238E27FC236}">
                <a16:creationId xmlns:a16="http://schemas.microsoft.com/office/drawing/2014/main" id="{C1CCC390-0490-A48B-DF19-A57214CD3B57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872568" y="1178055"/>
            <a:ext cx="581139" cy="4771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3314784-8B7C-578C-A4BA-8DBB1F43C36A}"/>
              </a:ext>
            </a:extLst>
          </p:cNvPr>
          <p:cNvCxnSpPr>
            <a:cxnSpLocks/>
          </p:cNvCxnSpPr>
          <p:nvPr/>
        </p:nvCxnSpPr>
        <p:spPr>
          <a:xfrm flipV="1">
            <a:off x="2761963" y="2285511"/>
            <a:ext cx="1233343" cy="180634"/>
          </a:xfrm>
          <a:prstGeom prst="line">
            <a:avLst/>
          </a:prstGeom>
          <a:noFill/>
          <a:ln w="25400" cap="flat" cmpd="sng">
            <a:solidFill>
              <a:srgbClr val="00B05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B15E477-BECB-B288-A6C5-C1EFD6BB0C1F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2163138" y="1655231"/>
            <a:ext cx="522440" cy="762002"/>
          </a:xfrm>
          <a:prstGeom prst="line">
            <a:avLst/>
          </a:prstGeom>
          <a:noFill/>
          <a:ln w="25400" cap="flat" cmpd="sng">
            <a:solidFill>
              <a:srgbClr val="C00000"/>
            </a:solidFill>
            <a:prstDash val="dash"/>
            <a:miter lim="800000"/>
            <a:headEnd type="none" w="med" len="med"/>
            <a:tailEnd type="none" w="med" len="med"/>
          </a:ln>
        </p:spPr>
      </p:cxnSp>
      <p:pic>
        <p:nvPicPr>
          <p:cNvPr id="26" name="Google Shape;138;p17" descr="Icon&#10;&#10;Description automatically generated">
            <a:extLst>
              <a:ext uri="{FF2B5EF4-FFF2-40B4-BE49-F238E27FC236}">
                <a16:creationId xmlns:a16="http://schemas.microsoft.com/office/drawing/2014/main" id="{EC14E1DB-D9B0-01D7-BBC4-FF0E4DE3B747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923407" y="2303040"/>
            <a:ext cx="366173" cy="5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Picture 29" descr="A blue lock with a black background&#10;&#10;AI-generated content may be incorrect.">
            <a:extLst>
              <a:ext uri="{FF2B5EF4-FFF2-40B4-BE49-F238E27FC236}">
                <a16:creationId xmlns:a16="http://schemas.microsoft.com/office/drawing/2014/main" id="{FC575CA1-17C1-DAC6-2617-59F1C5855E6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8201" y="2523911"/>
            <a:ext cx="298935" cy="298935"/>
          </a:xfrm>
          <a:prstGeom prst="rect">
            <a:avLst/>
          </a:prstGeom>
        </p:spPr>
      </p:pic>
      <p:pic>
        <p:nvPicPr>
          <p:cNvPr id="31" name="Picture 30" descr="A blue lock with a black background&#10;&#10;AI-generated content may be incorrect.">
            <a:extLst>
              <a:ext uri="{FF2B5EF4-FFF2-40B4-BE49-F238E27FC236}">
                <a16:creationId xmlns:a16="http://schemas.microsoft.com/office/drawing/2014/main" id="{44892118-0CF6-00FC-6946-668BF809D26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4101" y="1976164"/>
            <a:ext cx="298935" cy="298935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8432F5D-70D7-22BE-46F8-500BD3500D04}"/>
              </a:ext>
            </a:extLst>
          </p:cNvPr>
          <p:cNvSpPr txBox="1"/>
          <p:nvPr/>
        </p:nvSpPr>
        <p:spPr>
          <a:xfrm rot="1969655">
            <a:off x="2182324" y="1713066"/>
            <a:ext cx="4395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X</a:t>
            </a:r>
            <a:endParaRPr lang="en-US" sz="3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1414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8C7C9-F679-7BE5-2A50-9DFE5B8B8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41;p17">
            <a:extLst>
              <a:ext uri="{FF2B5EF4-FFF2-40B4-BE49-F238E27FC236}">
                <a16:creationId xmlns:a16="http://schemas.microsoft.com/office/drawing/2014/main" id="{62D79C03-93E8-161C-F26A-4D0858BC0BB2}"/>
              </a:ext>
            </a:extLst>
          </p:cNvPr>
          <p:cNvSpPr/>
          <p:nvPr/>
        </p:nvSpPr>
        <p:spPr>
          <a:xfrm>
            <a:off x="3614226" y="1646758"/>
            <a:ext cx="1934398" cy="881680"/>
          </a:xfrm>
          <a:prstGeom prst="arc">
            <a:avLst>
              <a:gd name="adj1" fmla="val 7955923"/>
              <a:gd name="adj2" fmla="val 7943569"/>
            </a:avLst>
          </a:prstGeom>
          <a:noFill/>
          <a:ln w="25400" cap="flat" cmpd="sng">
            <a:solidFill>
              <a:srgbClr val="00B05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366A425-EE43-3A08-04A4-EB75967F74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92274" y="1609705"/>
            <a:ext cx="613513" cy="613513"/>
          </a:xfrm>
          <a:prstGeom prst="rect">
            <a:avLst/>
          </a:prstGeom>
        </p:spPr>
      </p:pic>
      <p:pic>
        <p:nvPicPr>
          <p:cNvPr id="18" name="Google Shape;147;p17" descr="Contact Barber - Hacker Icon Png Clipart (1024x1024), Png Download">
            <a:extLst>
              <a:ext uri="{FF2B5EF4-FFF2-40B4-BE49-F238E27FC236}">
                <a16:creationId xmlns:a16="http://schemas.microsoft.com/office/drawing/2014/main" id="{0B0B6C46-11C1-A662-1AE3-52CE1B11A77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16573" y="2899024"/>
            <a:ext cx="581139" cy="4771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38A531A-9695-2A5E-FF9F-3571F992A328}"/>
              </a:ext>
            </a:extLst>
          </p:cNvPr>
          <p:cNvCxnSpPr>
            <a:cxnSpLocks/>
          </p:cNvCxnSpPr>
          <p:nvPr/>
        </p:nvCxnSpPr>
        <p:spPr>
          <a:xfrm>
            <a:off x="2783393" y="1858945"/>
            <a:ext cx="1098574" cy="105508"/>
          </a:xfrm>
          <a:prstGeom prst="line">
            <a:avLst/>
          </a:prstGeom>
          <a:noFill/>
          <a:ln w="25400" cap="flat" cmpd="sng">
            <a:solidFill>
              <a:srgbClr val="00B05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683B3F4-43D5-7132-A770-D5B380D001B6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3197712" y="3044651"/>
            <a:ext cx="1149973" cy="92961"/>
          </a:xfrm>
          <a:prstGeom prst="line">
            <a:avLst/>
          </a:prstGeom>
          <a:noFill/>
          <a:ln w="25400" cap="flat" cmpd="sng">
            <a:solidFill>
              <a:srgbClr val="C00000"/>
            </a:solidFill>
            <a:prstDash val="dash"/>
            <a:miter lim="800000"/>
            <a:headEnd type="none" w="med" len="med"/>
            <a:tailEnd type="none" w="med" len="med"/>
          </a:ln>
        </p:spPr>
      </p:cxnSp>
      <p:pic>
        <p:nvPicPr>
          <p:cNvPr id="26" name="Google Shape;138;p17" descr="Icon&#10;&#10;Description automatically generated">
            <a:extLst>
              <a:ext uri="{FF2B5EF4-FFF2-40B4-BE49-F238E27FC236}">
                <a16:creationId xmlns:a16="http://schemas.microsoft.com/office/drawing/2014/main" id="{9A44623A-F203-AA65-B5FD-D7F524762AE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35074" y="1684718"/>
            <a:ext cx="366173" cy="5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96E4F29C-988E-74A3-08E3-D24AED1718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39359" y="2793518"/>
            <a:ext cx="613513" cy="613513"/>
          </a:xfrm>
          <a:prstGeom prst="rect">
            <a:avLst/>
          </a:prstGeom>
        </p:spPr>
      </p:pic>
      <p:pic>
        <p:nvPicPr>
          <p:cNvPr id="3" name="Google Shape;138;p17" descr="Icon&#10;&#10;Description automatically generated">
            <a:extLst>
              <a:ext uri="{FF2B5EF4-FFF2-40B4-BE49-F238E27FC236}">
                <a16:creationId xmlns:a16="http://schemas.microsoft.com/office/drawing/2014/main" id="{6A978849-BB07-FB81-A9A2-05A948A177E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16" y="2775401"/>
            <a:ext cx="366173" cy="5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A blue rectangular object with blue lines&#10;&#10;AI-generated content may be incorrect.">
            <a:extLst>
              <a:ext uri="{FF2B5EF4-FFF2-40B4-BE49-F238E27FC236}">
                <a16:creationId xmlns:a16="http://schemas.microsoft.com/office/drawing/2014/main" id="{714F493C-A010-0E00-697F-ADB68088AD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1384" y="1741662"/>
            <a:ext cx="608439" cy="60843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FF27C11-64D4-16B1-3538-358EEB3599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2986" y="1766452"/>
            <a:ext cx="608439" cy="608439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F6AD3F-165C-40DA-7125-3EE25A584AFC}"/>
              </a:ext>
            </a:extLst>
          </p:cNvPr>
          <p:cNvCxnSpPr>
            <a:cxnSpLocks/>
          </p:cNvCxnSpPr>
          <p:nvPr/>
        </p:nvCxnSpPr>
        <p:spPr>
          <a:xfrm flipV="1">
            <a:off x="4486589" y="2448260"/>
            <a:ext cx="50242" cy="536944"/>
          </a:xfrm>
          <a:prstGeom prst="line">
            <a:avLst/>
          </a:prstGeom>
          <a:noFill/>
          <a:ln w="25400" cap="flat" cmpd="sng">
            <a:solidFill>
              <a:srgbClr val="00B05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796B9BD-5A1E-D20F-EA9F-C7A01F7F43BC}"/>
              </a:ext>
            </a:extLst>
          </p:cNvPr>
          <p:cNvCxnSpPr>
            <a:cxnSpLocks/>
            <a:stCxn id="18" idx="0"/>
          </p:cNvCxnSpPr>
          <p:nvPr/>
        </p:nvCxnSpPr>
        <p:spPr>
          <a:xfrm flipH="1" flipV="1">
            <a:off x="2708031" y="1964453"/>
            <a:ext cx="199112" cy="934571"/>
          </a:xfrm>
          <a:prstGeom prst="line">
            <a:avLst/>
          </a:prstGeom>
          <a:noFill/>
          <a:ln w="25400" cap="flat" cmpd="sng">
            <a:solidFill>
              <a:srgbClr val="C00000"/>
            </a:solidFill>
            <a:prstDash val="dash"/>
            <a:miter lim="800000"/>
            <a:headEnd type="none" w="med" len="med"/>
            <a:tailEnd type="none" w="med" len="med"/>
          </a:ln>
        </p:spPr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2C1A56EE-5798-A839-E5BE-04DCE7AF4FBC}"/>
              </a:ext>
            </a:extLst>
          </p:cNvPr>
          <p:cNvSpPr txBox="1"/>
          <p:nvPr/>
        </p:nvSpPr>
        <p:spPr>
          <a:xfrm rot="3920149">
            <a:off x="2622520" y="2237956"/>
            <a:ext cx="4395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X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1D6732D-0EF8-53C0-DC7C-BAC56C64D4E5}"/>
              </a:ext>
            </a:extLst>
          </p:cNvPr>
          <p:cNvSpPr txBox="1"/>
          <p:nvPr/>
        </p:nvSpPr>
        <p:spPr>
          <a:xfrm rot="190769">
            <a:off x="3523432" y="2777344"/>
            <a:ext cx="4395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X</a:t>
            </a:r>
            <a:endParaRPr lang="en-US" sz="3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588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Miao Yu</dc:creator>
  <cp:lastModifiedBy>Miao Yu</cp:lastModifiedBy>
  <cp:revision>9</cp:revision>
  <dcterms:created xsi:type="dcterms:W3CDTF">2025-10-09T20:42:23Z</dcterms:created>
  <dcterms:modified xsi:type="dcterms:W3CDTF">2025-10-09T21:15:33Z</dcterms:modified>
</cp:coreProperties>
</file>